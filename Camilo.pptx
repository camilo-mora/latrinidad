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4608" y="-1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18B06-A0E3-4525-83A9-EF0DC098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B72CA4-E1FE-48D6-BA48-1E1022DD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C096-C9A8-4404-821A-2A964E60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767CC2-A5B4-4B81-8183-172BBF71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B5EC28-BBF2-41DB-8B07-3693AA04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24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AE564-E588-4A9B-88F2-4624ABFE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B16AD1-7344-41A9-851C-9FD43AC5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FC5537-6242-4B24-98AD-9E4A659D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EA0447-3B8D-463D-A8DC-5A6734CA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F807A9-FC6C-4200-B278-406044338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68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9CC74-D51B-4604-A26F-7985244D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8F25D1-219A-41A8-BD43-F0D68CD8C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B5E983-3C69-48DB-A6F4-C7BB2BCB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C7673-747B-4AC9-8F55-264282C7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2D4AB-0CF2-40C6-94CB-8C5D6254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0666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966AE-5C68-4F6F-80CA-3BD89103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A850A1-1AA2-42EC-A793-E77AFC53B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E59183-97DF-4B73-A654-8391C9CF4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A01C17-6356-4034-A893-DE37F1D48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3A1B24-2522-46F4-BFD2-061FA507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A6E4AF-8BC5-4229-B61B-F2FDB21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695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2A3AA-2CE3-4DF2-9E0B-2E8F8460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4B958F-4B3E-458C-B236-11881CBC9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5F94FB-7AE5-403F-A356-C53869750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D8A01D-290C-494C-8BB8-9E56F024B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3C9B0A-60B9-40DD-8F18-A5D501384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37ACC4-2B87-4470-B5FD-039C9476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0063E5-1010-4CA5-B677-361C463F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94477F-00E9-4EAA-ADFE-FEF78519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682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2D453-472A-4083-AFA0-4A734859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D1D6F1-9ED9-41E6-9843-0D256FB6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844D8E-F7C6-4393-A4E8-4FA08C98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B27D25-F9F1-47A6-82CB-6E8418F5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194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15E0E-E2F4-419E-ADF1-003D4072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028855-4DBD-497D-A637-45479417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CC303F-7068-4582-B41F-EF692E15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3B9DE-93A4-4971-9E74-0F817918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9FF26A-3747-452B-B90A-3F4D42997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B38BA1-4FC8-416C-9AB7-1E79DA763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FBD881-A77A-4C8E-A53D-9F292AE0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C388FA-0E08-4CED-A968-1AFAA048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2693DA-C9E9-4E40-B0BD-6BFA315A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79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D5FDE-CCD6-4C47-A383-2E0698A5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E3DF4A-8A77-4487-BB04-801A5DB5F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DEC794-0789-4CD8-8986-000CDD01E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792E4F-A7ED-452C-B1D1-55C8BE1F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CFFA77-FC2B-49F8-8ECF-C92F7283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46177D-709D-47BA-922C-4CD0529F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656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56474-5ECD-4C42-9F9F-806BD5B8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5B98C9-86B5-49C1-9EAD-13FB652E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83A798-3D12-40BE-9354-42D8DE86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F412-84AE-4FFE-837C-2BD12994C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645190-2122-4C72-85AB-C407412F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381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59EA1A-D45E-4435-9975-DBE6DA446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B8BF8A-5D6A-4DD4-BC4C-4C365EDB9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52C875-7B76-4891-8E9A-9B02248E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8407BE-18CE-4AF5-89D1-D91FE2B7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4C100-59A8-4CC9-9D84-50DECE70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151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1EA86B1-D8EC-421A-BFFD-28CE50AD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36BC15-3577-42D2-86A3-412843449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FA3334-CFAA-4969-BBA0-34E1D23A2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DE480-12CC-49D9-B49E-0501183AEF48}" type="datetimeFigureOut">
              <a:rPr lang="es-CO" smtClean="0"/>
              <a:t>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75E5BD-A0F3-411F-B657-06C0D3C98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90A201-A175-465F-B1A2-102DCCA77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DB40-B170-4F30-B0FF-778F6D87C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121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918F0C4-91D1-499E-BE36-9CA23A160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77" y="483615"/>
            <a:ext cx="7910245" cy="58907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9F37E2-4F75-4232-B4B2-93780AFB0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63" b="89614" l="9402" r="89915">
                        <a14:foregroundMark x1="22393" y1="43675" x2="22393" y2="43675"/>
                        <a14:foregroundMark x1="17607" y1="42876" x2="17607" y2="42876"/>
                        <a14:foregroundMark x1="19829" y1="39148" x2="19829" y2="39148"/>
                        <a14:foregroundMark x1="17094" y1="18109" x2="17094" y2="18109"/>
                        <a14:foregroundMark x1="9744" y1="15047" x2="9744" y2="15047"/>
                        <a14:foregroundMark x1="11624" y1="14248" x2="12479" y2="14248"/>
                        <a14:foregroundMark x1="18974" y1="9854" x2="18974" y2="9854"/>
                        <a14:foregroundMark x1="32650" y1="8389" x2="32650" y2="8389"/>
                        <a14:foregroundMark x1="35556" y1="6525" x2="35556" y2="6525"/>
                        <a14:foregroundMark x1="43761" y1="4927" x2="43761" y2="4927"/>
                        <a14:foregroundMark x1="43761" y1="4927" x2="43761" y2="4927"/>
                        <a14:foregroundMark x1="45128" y1="4527" x2="45128" y2="4527"/>
                        <a14:foregroundMark x1="46325" y1="3728" x2="46325" y2="3728"/>
                        <a14:foregroundMark x1="48376" y1="3063" x2="48376" y2="3063"/>
                        <a14:foregroundMark x1="65128" y1="7457" x2="65128" y2="7457"/>
                        <a14:foregroundMark x1="74530" y1="14780" x2="74530" y2="14780"/>
                        <a14:foregroundMark x1="64103" y1="27963" x2="64103" y2="27963"/>
                        <a14:foregroundMark x1="66667" y1="42077" x2="66667" y2="42077"/>
                        <a14:foregroundMark x1="65470" y1="41411" x2="65470" y2="41411"/>
                        <a14:foregroundMark x1="64615" y1="40746" x2="66667" y2="40746"/>
                        <a14:foregroundMark x1="64274" y1="25832" x2="71453" y2="28762"/>
                        <a14:foregroundMark x1="69744" y1="21704" x2="72650" y2="22237"/>
                        <a14:foregroundMark x1="72137" y1="9454" x2="71111" y2="11052"/>
                        <a14:foregroundMark x1="58632" y1="8522" x2="61709" y2="10120"/>
                        <a14:foregroundMark x1="52821" y1="8389" x2="54188" y2="7057"/>
                        <a14:foregroundMark x1="41538" y1="4527" x2="43419" y2="6391"/>
                        <a14:foregroundMark x1="25128" y1="7989" x2="25812" y2="9987"/>
                        <a14:foregroundMark x1="14017" y1="10120" x2="16752" y2="12383"/>
                        <a14:foregroundMark x1="10940" y1="22636" x2="13846" y2="21838"/>
                        <a14:foregroundMark x1="9402" y1="26764" x2="15043" y2="26764"/>
                        <a14:foregroundMark x1="10598" y1="31292" x2="13846" y2="31425"/>
                        <a14:foregroundMark x1="11111" y1="37550" x2="14530" y2="36352"/>
                        <a14:foregroundMark x1="13675" y1="42610" x2="17094" y2="39148"/>
                        <a14:foregroundMark x1="22222" y1="52597" x2="26667" y2="52064"/>
                        <a14:foregroundMark x1="16068" y1="58988" x2="16410" y2="60320"/>
                        <a14:foregroundMark x1="11795" y1="62317" x2="15556" y2="62716"/>
                        <a14:foregroundMark x1="18974" y1="57656" x2="20684" y2="60053"/>
                        <a14:foregroundMark x1="20684" y1="56591" x2="21197" y2="57923"/>
                        <a14:foregroundMark x1="44957" y1="63515" x2="48718" y2="65912"/>
                        <a14:foregroundMark x1="45812" y1="60719" x2="49231" y2="61784"/>
                        <a14:foregroundMark x1="50427" y1="56858" x2="51795" y2="57656"/>
                        <a14:foregroundMark x1="55385" y1="52597" x2="56239" y2="52597"/>
                        <a14:foregroundMark x1="72137" y1="17843" x2="73333" y2="18109"/>
                        <a14:foregroundMark x1="69060" y1="23169" x2="71111" y2="23169"/>
                        <a14:foregroundMark x1="67350" y1="27031" x2="68889" y2="27830"/>
                        <a14:foregroundMark x1="68547" y1="26232" x2="69573" y2="26897"/>
                        <a14:foregroundMark x1="67521" y1="26232" x2="69744" y2="27963"/>
                        <a14:foregroundMark x1="65641" y1="9987" x2="66838" y2="7723"/>
                        <a14:foregroundMark x1="22393" y1="46738" x2="24615" y2="47137"/>
                        <a14:foregroundMark x1="22222" y1="49667" x2="24274" y2="50067"/>
                        <a14:foregroundMark x1="23419" y1="48202" x2="23419" y2="48202"/>
                        <a14:foregroundMark x1="20000" y1="42876" x2="20000" y2="42876"/>
                        <a14:foregroundMark x1="20000" y1="42876" x2="20000" y2="42876"/>
                        <a14:foregroundMark x1="20000" y1="42876" x2="20000" y2="42876"/>
                        <a14:backgroundMark x1="32137" y1="28628" x2="32137" y2="286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1960" y="1242059"/>
            <a:ext cx="4363686" cy="489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383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 Portocarrero Vega</dc:creator>
  <cp:lastModifiedBy>Lorena Portocarrero Vega</cp:lastModifiedBy>
  <cp:revision>2</cp:revision>
  <dcterms:created xsi:type="dcterms:W3CDTF">2026-08-09T14:06:57Z</dcterms:created>
  <dcterms:modified xsi:type="dcterms:W3CDTF">2026-08-09T14:27:12Z</dcterms:modified>
</cp:coreProperties>
</file>